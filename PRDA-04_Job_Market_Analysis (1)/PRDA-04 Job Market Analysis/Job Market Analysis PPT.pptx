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19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Analysis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140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PRDA-04 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postings, 742 rows and 42 columns, with a separate Skills table linked to it.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where data science jobs are, which companies and industries hire, what roles pay, and which skills employers ask for.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dashboards built in Power BI, each with filters, plus insights and suggestions for a hiring company.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0" y="146304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60920" y="15727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Overview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0" y="292608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60920" y="30358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3429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Analysis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32320" y="438912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360920" y="44988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4892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Analysis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Dashboards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Overview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 and most common job title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the most jobs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industries hiring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most openings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titles with most postings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job title, location, company and industry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720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Analysis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945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and highest paying job title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minimum and maximum salary by state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state (map)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job title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education level (bar chart)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job title, location, degree and industry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36676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Analysis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1945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requested skill (Python)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 postings (742)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required by job title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and suggestions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job title, location, company and industry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1: Job Market Overview</a:t>
            </a:r>
            <a:endParaRPr lang="en-US" sz="2800" dirty="0"/>
          </a:p>
        </p:txBody>
      </p:sp>
      <p:pic>
        <p:nvPicPr>
          <p:cNvPr id="3" name="Picture 2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76" y="1005840"/>
            <a:ext cx="1029024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2: Salary Analysis</a:t>
            </a:r>
            <a:endParaRPr lang="en-US" sz="2800" dirty="0"/>
          </a:p>
        </p:txBody>
      </p:sp>
      <p:pic>
        <p:nvPicPr>
          <p:cNvPr id="3" name="Picture 2" descr="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38" y="1005840"/>
            <a:ext cx="957232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3: Skills Analysis</a:t>
            </a:r>
            <a:endParaRPr lang="en-US" sz="2800" dirty="0"/>
          </a:p>
        </p:txBody>
      </p:sp>
      <p:pic>
        <p:nvPicPr>
          <p:cNvPr id="3" name="Picture 2" descr="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52" y="1005840"/>
            <a:ext cx="948209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has the most job postings, which points to strong demand in that location.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Media are among the leading industries hiring for data-related roles.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Adobe, IBM and Uber have the most openings, and Senior Machine Learning Engineer is the most common job title.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has the highest average salary, so the state with the most openings is not the one that pays the most.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varies by state, job title and education level.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most requested skill, and skill requirements differ by job title.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salary and skills together shows which skills are in demand and where pay is competitive.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to the Company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recruitment on locations with consistently higher job demand.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hiring for frequently occurring roles such as Senior Machine Learning Engineer and Senior Data Scientist.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competitive salaries based on job role, location, skills and market demand.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candidates with in-demand skills such as Python, SQL, Excel and data visualization.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role-specific training and upskilling to address skill gaps.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salary ranges and skill requirements regularly to stay aligned with the market.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salary and skill data together when planning hiring, training and workforce needs.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pothamsetty mounika</cp:lastModifiedBy>
  <cp:revision>3</cp:revision>
  <dcterms:created xsi:type="dcterms:W3CDTF">2026-09-30T10:25:24Z</dcterms:created>
  <dcterms:modified xsi:type="dcterms:W3CDTF">2026-10-27T07:46:00Z</dcterms:modified>
</cp:coreProperties>
</file>